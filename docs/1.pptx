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F31CA-0ED9-F817-C539-9BCE398E6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8E994C-D4E2-DEC9-14AD-68EC733A8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78AB77-5A39-6ABC-0226-C1BF2EB89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CF319C-E45B-23D5-9669-11204BE3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E23497-1B30-1176-12B6-E4D9A874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6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90F22-C0E9-A69E-3386-AD07FC1D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F91C0-396D-F141-4D83-AF35F5266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F0D300-0534-537B-974F-14DDB138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D437B7-FDE2-599C-5FCD-BD007D3D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72F793-02A8-0E16-1E4B-4E3D8120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43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CBC61-35F0-0F12-2B83-18A8B2B4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BB9C47-5969-B00A-72D8-FDA979483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223BF2-4639-DD5B-C3D2-242BFA28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322021-92A8-4352-C266-A6B51181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C786F-0609-4CE1-409E-EF5A2828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68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1555B-3174-2DBC-2A84-7328E003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927E91-BE57-88DD-CC55-B20DD2220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4D54E1-FF42-1FB5-F061-6A6EADA8F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E2FCF7-9BE6-0BD0-AFAB-C514AB819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3AF0B7-E4C0-96C1-A768-FB08307D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79F893-EE24-BAC5-B243-7A0E6297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79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87527-8FB9-583A-E759-71EE752C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05E1E1-4160-55D8-3250-A190D7FE5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CC7E96-746D-17E4-AAB4-7ADE73F87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CB72B3-ED78-58E3-7347-EF0B968EC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5BBDDA-F3EA-4B3B-94E4-53802CF8F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BC7924-FB9A-11DA-BBF5-F6B6F1CEE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1C6FDB-2819-0564-CC5A-1E64D375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61EE3C-64CC-765E-1E45-36D11269D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95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CB296-DF27-B843-CA47-9AB42002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3885EA-9215-FA3C-6231-68E4A0B9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82AB1C-31CB-1A61-F949-2275DDC2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C85663-9336-EC7F-4482-18182AAF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02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4FE5B5-B136-70E0-9FAB-0F34A6F0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31C907-4753-03DD-4638-BE37DF55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014723-44E8-6075-C7E5-0DC72F9F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69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6618D-CF06-B1A3-94A7-2A14D0FE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3E8395-6B46-54A5-3AD4-4B9F6D6B3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7DD528-AF3D-BAC8-9F65-BCA1557AF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E3AC43-2C58-42DF-AC96-1E54CBC26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602CC0-1119-4793-0D9B-F88F00DC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BAAEAA-2D88-D4B5-DBA9-ED333DDD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30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D076F-8C26-1F66-018E-EA7B23A5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7B83DC-926A-31CF-F663-50EE7F768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D2416E-2154-54E4-6044-7E391C21E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22EC85-6E3B-C58D-0AEE-3837C57E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E68B78-8E25-9CD9-83C5-15386408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4EC9C-E3F5-7D1A-611F-B9D1605C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43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1C5E3-3368-997D-838C-48F3C4D5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51260A-EC95-E3A0-FD3B-060C8BDED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962329-CE3D-BC04-4BEF-960B3EF3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3B8619-E039-BD54-75C1-DC3882B2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F9ADB6-8446-6AA7-2EA6-742B4FBB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02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30B33E-8CF4-3C38-C6F5-86153BED9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036FFB-9AB4-E123-9DF1-30318ED9F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FDCAF6-D333-CB68-CC83-57FBAC26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B95902-D732-815B-E268-A584B25FF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63971-7344-0437-5E30-8C4F6C19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6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63C325-2634-D5D3-4255-24851AE3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1E1CCB-C93F-6830-FB83-DE34C9885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BDB97-6639-E240-E7B8-BDFF0B36F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2C481-5AEC-4ADE-BB29-14F384ACCDA8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B8F141-C188-1644-76DA-D483ADA59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9895F0-AEE9-BED8-50DD-7D5C813AA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2CA1B-4184-4C0F-A919-18389596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27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BBED9-3A83-F919-D4F1-F15FF6D7C4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BC4BB0-377D-5DEA-E4E5-247850EA3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535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涵 王</dc:creator>
  <cp:lastModifiedBy>涵 王</cp:lastModifiedBy>
  <cp:revision>2</cp:revision>
  <dcterms:created xsi:type="dcterms:W3CDTF">2026-04-19T09:40:05Z</dcterms:created>
  <dcterms:modified xsi:type="dcterms:W3CDTF">2026-04-19T09:40:58Z</dcterms:modified>
</cp:coreProperties>
</file>